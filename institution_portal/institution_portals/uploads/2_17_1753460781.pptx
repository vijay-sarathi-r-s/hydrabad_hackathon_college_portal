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oogle Shape;93;p1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99624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oogle Shape;93;p1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73866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8296275" y="273050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4FB69-3BFC-4A39-866A-4ABF2B420C24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83135-EAF6-47FC-A79C-8B5CA6A542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4FB69-3BFC-4A39-866A-4ABF2B420C24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83135-EAF6-47FC-A79C-8B5CA6A542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4FB69-3BFC-4A39-866A-4ABF2B420C24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83135-EAF6-47FC-A79C-8B5CA6A542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4FB69-3BFC-4A39-866A-4ABF2B420C24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83135-EAF6-47FC-A79C-8B5CA6A542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4FB69-3BFC-4A39-866A-4ABF2B420C24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83135-EAF6-47FC-A79C-8B5CA6A542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4FB69-3BFC-4A39-866A-4ABF2B420C24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83135-EAF6-47FC-A79C-8B5CA6A542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4FB69-3BFC-4A39-866A-4ABF2B420C24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83135-EAF6-47FC-A79C-8B5CA6A542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4FB69-3BFC-4A39-866A-4ABF2B420C24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83135-EAF6-47FC-A79C-8B5CA6A542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4FB69-3BFC-4A39-866A-4ABF2B420C24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83135-EAF6-47FC-A79C-8B5CA6A542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4FB69-3BFC-4A39-866A-4ABF2B420C24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83135-EAF6-47FC-A79C-8B5CA6A542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4FB69-3BFC-4A39-866A-4ABF2B420C24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83135-EAF6-47FC-A79C-8B5CA6A542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72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4FB69-3BFC-4A39-866A-4ABF2B420C24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83135-EAF6-47FC-A79C-8B5CA6A5428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8296275" y="0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Google Shape;93;p1"/>
          <p:cNvPicPr preferRelativeResize="0"/>
          <p:nvPr userDrawn="1"/>
        </p:nvPicPr>
        <p:blipFill rotWithShape="1">
          <a:blip r:embed="rId14">
            <a:alphaModFix/>
          </a:blip>
          <a:srcRect/>
          <a:stretch/>
        </p:blipFill>
        <p:spPr>
          <a:xfrm>
            <a:off x="173866" y="40005"/>
            <a:ext cx="1188720" cy="73152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Classification-ML-ppt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Classification-ML-ppt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Classification-ML-ppt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Classification-ML-ppt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Classification-ML-ppt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Classification-ML-ppt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Classification-ML-ppt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Classification-ML-ppt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Classification-ML-ppt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Classification-ML-ppt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Classification-ML-ppt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Classification-ML-ppt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Classification-ML-ppt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Classification-ML-ppt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Classification-ML-ppt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Classification-ML-ppt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Classification-ML-ppt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Classification-ML-ppt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Classification-ML-ppt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Classification-ML-ppt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Classification-ML-ppt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Classification-ML-ppt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Classification-ML-ppt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Classification-ML-ppt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Classification-ML-ppt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0517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Classification-ML-ppt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Classification-ML-ppt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Classification-ML-ppt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Classification-ML-ppt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Classification-ML-ppt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-Classification-ML-ppt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47418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18639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2-Classification-ML-ppt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3-Classification-ML-ppt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4-Classification-ML-ppt-3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-Classification-ML-ppt-3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6-Classification-ML-ppt-3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7-Classification-ML-ppt-3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8-Classification-ML-ppt-3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9-Classification-ML-ppt-3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0-Classification-ML-ppt-4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33350"/>
            <a:ext cx="11887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2950" y="4571"/>
            <a:ext cx="7810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1066</TotalTime>
  <Words>0</Words>
  <Application>Microsoft Macintosh PowerPoint</Application>
  <PresentationFormat>On-screen Show (4:3)</PresentationFormat>
  <Paragraphs>0</Paragraphs>
  <Slides>40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42" baseType="lpstr">
      <vt:lpstr>Office Theme</vt:lpstr>
      <vt:lpstr>Custom Design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Admin01</dc:creator>
  <dc:description>generated using python-pptx</dc:description>
  <cp:lastModifiedBy>Admin01</cp:lastModifiedBy>
  <cp:revision>6</cp:revision>
  <dcterms:created xsi:type="dcterms:W3CDTF">2013-01-27T09:14:16Z</dcterms:created>
  <dcterms:modified xsi:type="dcterms:W3CDTF">2025-07-25T16:24:38Z</dcterms:modified>
</cp:coreProperties>
</file>